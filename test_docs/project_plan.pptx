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智能服务中台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项目规划与进度汇报</a:t>
            </a:r>
          </a:p>
          <a:p>
            <a:r>
              <a:t>项目总负责人：张伟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M1: 核心架构搭建 — 2025Q1 ✅</a:t>
            </a:r>
          </a:p>
          <a:p>
            <a:r>
              <a:t>M2: 试点客户A上线 — 2025Q2 ✅</a:t>
            </a:r>
          </a:p>
          <a:p>
            <a:r>
              <a:t>M3: 客户B与客户C并行接入 — 2025Q4 🔶</a:t>
            </a:r>
          </a:p>
          <a:p>
            <a:r>
              <a:t>M4: 全功能稳定版发布 — 2026Q1 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资源与预算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团队：8名工程师（前端2+后端4+测试1+DevOps1）</a:t>
            </a:r>
          </a:p>
          <a:p>
            <a:r>
              <a:t>Q3季度预算：120万元（审批中）</a:t>
            </a:r>
          </a:p>
          <a:p>
            <a:r>
              <a:t>项目总负责人为张伟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客户C私有化部署要求超预期</a:t>
            </a:r>
          </a:p>
          <a:p>
            <a:r>
              <a:t>2. 资深后端李明预计Q3末离职</a:t>
            </a:r>
          </a:p>
          <a:p>
            <a:r>
              <a:t>3. 预算审批延迟可能影响Q4资源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