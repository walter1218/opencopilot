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SmartLock 产品线概览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SL-P100：入门款 1999元</a:t>
            </a:r>
          </a:p>
          <a:p>
            <a:r>
              <a:t>SL-P200：中端款 2499元</a:t>
            </a:r>
          </a:p>
          <a:p>
            <a:r>
              <a:t>SL-P300：旗舰款 2999元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SL-P300 核心优势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3D人脸+掌静脉双生物识别</a:t>
            </a:r>
          </a:p>
          <a:p>
            <a:r>
              <a:t>Thread/Matter 全屋智能</a:t>
            </a:r>
          </a:p>
          <a:p>
            <a:r>
              <a:t>3年整机质保+终身技术支持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竞品对比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vs 鹿客S50：多了掌静脉</a:t>
            </a:r>
          </a:p>
          <a:p>
            <a:r>
              <a:t>vs 华为Pro：多了Matter协议</a:t>
            </a:r>
          </a:p>
          <a:p>
            <a:r>
              <a:t>vs 三星DP900：价格低40%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Q4目标：10万台</a:t>
            </a:r>
          </a:p>
          <a:p>
            <a:r>
              <a:t>全年目标：35万台</a:t>
            </a:r>
          </a:p>
          <a:p>
            <a:r>
              <a:t>渠道：线上+300家线下门店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售后政策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3年整机质保</a:t>
            </a:r>
          </a:p>
          <a:p>
            <a:r>
              <a:t>400-888-1234</a:t>
            </a:r>
          </a:p>
          <a:p>
            <a:r>
              <a:t>周一至周五 9:00-18:00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竞品D20 预计Q4发布</a:t>
            </a:r>
          </a:p>
          <a:p>
            <a:r>
              <a:t>芯片供应紧张可能影响产能</a:t>
            </a:r>
          </a:p>
          <a:p>
            <a:r>
              <a:t>需要加快Matter认证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