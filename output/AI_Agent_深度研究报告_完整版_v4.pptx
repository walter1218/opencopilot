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AI Agent 产品全景与趋势洞察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从对话助手到自主执行的数字员工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AI Agent 产品全景分类与市场概览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核心演进：AI从被动响应工具，进化为主动决策执行的数字员工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两大核心驱动趋势：桌面Agent与AI编程Agent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六大产品类别全景梳理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桌面办公Agent：操控电脑，执行复杂任务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AI编程Agent：从代码补全到自主编程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自进化框架：具备跨会话学习与技能积累能力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桌面Agent：2026年最热的新兴赛道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定义：AI直接操控电脑、读取文件、执行脚本，成为“数字同事”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市场爆发：2026年全球市场规模预计突破100亿美元，用户超5000万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核心能力跃迁：从“被动应答”到“主动执行”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本地操控、复杂执行、智能协同、主动服务四大能力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代表产品与路线分化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WorkBuddy：产品化、安全可控，上线两月登顶访问量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OpenClaw：开源开放、社区驱动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AI编程Agent：竞争最激烈的赛道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52CC"/>
                </a:solidFill>
              </a:defRPr>
            </a:pPr>
            <a:r>
              <a:rPr b="0" i="0"/>
              <a:t>赛道概述：从代码补全进化为自主编程Agent，产品密度最高、迭代最快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Claude Code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CLI Agent标杆，代表命令行交互的极致效率</a:t>
            </a:r>
          </a:p>
        </p:txBody>
      </p:sp>
      <p:sp>
        <p:nvSpPr>
          <p:cNvPr id="6" name="Oval 5"/>
          <p:cNvSpPr/>
          <p:nvPr/>
        </p:nvSpPr>
        <p:spPr>
          <a:xfrm>
            <a:off x="205740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52CC"/>
                </a:solidFill>
              </a:defRPr>
            </a:pPr>
            <a:r>
              <a:rPr b="0" i="0"/>
              <a:t>仅支持Claude模型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Cursor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IDE集成先驱，深度集成开发环境</a:t>
            </a:r>
          </a:p>
        </p:txBody>
      </p:sp>
      <p:sp>
        <p:nvSpPr>
          <p:cNvPr id="8" name="Oval 7"/>
          <p:cNvSpPr/>
          <p:nvPr/>
        </p:nvSpPr>
        <p:spPr>
          <a:xfrm>
            <a:off x="553212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52CC"/>
                </a:solidFill>
              </a:defRPr>
            </a:pPr>
            <a:r>
              <a:rPr b="0" i="0"/>
              <a:t>支持多模型，体验领先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腾讯CodeBuddy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三形态（CLI/IDE/插件）+自举开发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内部覆盖率超90%</a:t>
            </a:r>
          </a:p>
        </p:txBody>
      </p:sp>
      <p:sp>
        <p:nvSpPr>
          <p:cNvPr id="10" name="Oval 9"/>
          <p:cNvSpPr/>
          <p:nvPr/>
        </p:nvSpPr>
        <p:spPr>
          <a:xfrm>
            <a:off x="900684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自进化Agent框架：从被编排到自己学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新范式概述：以Hermes Agent为代表，Agent从被动执行转向主动学习与进化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核心理念：解决复杂任务后，Agent能自动创建、积累并管理新技能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本质区别：具备跨会话的持续进化能力，区别于AutoGPT等框架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核心特性解析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自动Skill创建：任务成功后，自动将解决方案写入知识库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RL轨迹引导训练：利用强化学习优化决策路径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Agent核心架构与推理模式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Agent核心四要素：LLM驱动下的规划、记忆、工具使用、行动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规划：任务分解与策略制定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记忆：上下文存储与历史信息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工具使用：通过MCP等接口调用外部软件与服务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行动：执行具体操作并反馈结果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推理模式：需要长链推理、多轮规划与多Agent协同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硬件适配：对CPU响应速度提出新要求，催生专用AI处理器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Q &amp; 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