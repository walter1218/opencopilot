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支付网关 API v2.3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接口文档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签名算法流程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支付渠道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微信支付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支付宝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银联云闪付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