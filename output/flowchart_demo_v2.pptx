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支付网关 API v2.3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接口文档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签名算法流程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9767" y="2286000"/>
            <a:ext cx="1645920" cy="731520"/>
          </a:xfrm>
          <a:prstGeom prst="roundRect">
            <a:avLst/>
          </a:prstGeom>
          <a:solidFill>
            <a:srgbClr val="28A74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开始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5272887" y="2286000"/>
            <a:ext cx="1645920" cy="731520"/>
          </a:xfrm>
          <a:prstGeom prst="rect">
            <a:avLst/>
          </a:prstGeom>
          <a:solidFill>
            <a:srgbClr val="007B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按 key 字典序排序参数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76007" y="2286000"/>
            <a:ext cx="1645920" cy="731520"/>
          </a:xfrm>
          <a:prstGeom prst="rect">
            <a:avLst/>
          </a:prstGeom>
          <a:solidFill>
            <a:srgbClr val="007B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拼接 key=value 格式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9767" y="3291840"/>
            <a:ext cx="1645920" cy="731520"/>
          </a:xfrm>
          <a:prstGeom prst="rect">
            <a:avLst/>
          </a:prstGeom>
          <a:solidFill>
            <a:srgbClr val="007B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追加商户密钥</a:t>
            </a:r>
          </a:p>
        </p:txBody>
      </p:sp>
      <p:sp>
        <p:nvSpPr>
          <p:cNvPr id="9" name="Rectangle 8"/>
          <p:cNvSpPr/>
          <p:nvPr/>
        </p:nvSpPr>
        <p:spPr>
          <a:xfrm>
            <a:off x="5272887" y="3291840"/>
            <a:ext cx="1645920" cy="731520"/>
          </a:xfrm>
          <a:prstGeom prst="rect">
            <a:avLst/>
          </a:prstGeom>
          <a:solidFill>
            <a:srgbClr val="007B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计算 MD5 哈希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6007" y="3291840"/>
            <a:ext cx="1645920" cy="731520"/>
          </a:xfrm>
          <a:prstGeom prst="roundRect">
            <a:avLst/>
          </a:prstGeom>
          <a:solidFill>
            <a:srgbClr val="DC354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签名完成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992727.5" y="2286000"/>
            <a:ext cx="2103120.0" cy="7315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>
            <a:off x="6027267" y="2148840"/>
            <a:ext cx="137160" cy="137160"/>
          </a:xfrm>
          <a:prstGeom prst="triangl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5847.5" y="2286000"/>
            <a:ext cx="2103120.0" cy="7315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>
            <a:off x="8130387" y="2148840"/>
            <a:ext cx="137160" cy="137160"/>
          </a:xfrm>
          <a:prstGeom prst="triangl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3992727.5" y="3017520"/>
            <a:ext cx="4206240.0" cy="2743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>
            <a:off x="3924147" y="3154680"/>
            <a:ext cx="137160" cy="137160"/>
          </a:xfrm>
          <a:prstGeom prst="triangl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3992727.5" y="3291840"/>
            <a:ext cx="2103120.0" cy="7315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>
            <a:off x="6027267" y="3154680"/>
            <a:ext cx="137160" cy="137160"/>
          </a:xfrm>
          <a:prstGeom prst="triangl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6095847.5" y="3291840"/>
            <a:ext cx="2103120.0" cy="7315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>
            <a:off x="8130387" y="3154680"/>
            <a:ext cx="137160" cy="137160"/>
          </a:xfrm>
          <a:prstGeom prst="triangl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支付渠道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微信支付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支付宝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银联云闪付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