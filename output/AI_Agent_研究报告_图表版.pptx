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单Agent</c:v>
                </c:pt>
              </c:strCache>
            </c:strRef>
          </c:tx>
          <c:spPr>
            <a:solidFill>
              <a:srgbClr val="DC3545"/>
            </a:solidFill>
          </c:spPr>
          <c:cat>
            <c:strRef>
              <c:f>Sheet1!$A$2:$A$4</c:f>
              <c:strCache>
                <c:ptCount val="3"/>
                <c:pt idx="0">
                  <c:v>任务完成率</c:v>
                </c:pt>
                <c:pt idx="1">
                  <c:v>响应速度</c:v>
                </c:pt>
                <c:pt idx="2">
                  <c:v>准确率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70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MACF</c:v>
                </c:pt>
              </c:strCache>
            </c:strRef>
          </c:tx>
          <c:spPr>
            <a:solidFill>
              <a:srgbClr val="28A745"/>
            </a:solidFill>
          </c:spPr>
          <c:cat>
            <c:strRef>
              <c:f>Sheet1!$A$2:$A$4</c:f>
              <c:strCache>
                <c:ptCount val="3"/>
                <c:pt idx="0">
                  <c:v>任务完成率</c:v>
                </c:pt>
                <c:pt idx="1">
                  <c:v>响应速度</c:v>
                </c:pt>
                <c:pt idx="2">
                  <c:v>准确率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多智能体协作框架（MACF）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构建企业级高效协同AI系统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单Agent的局限性与多Agent协作优势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单Agent系统面临三大核心挑战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上下文窗口限制：长流程任务信息丢失，无法维持完整记忆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单一推理范式：难以应对多领域交叉的复杂决策场景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错误累积效应：缺乏自我纠错机制，小错误可能被放大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多Agent系统借鉴人类团队协作模式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专业化分工：不同Agent专注特定领域，提升任务处理深度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MACF框架核心组件与设计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45920"/>
          <a:ext cx="1036289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Agent间通信协议与消息结构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协议选型：JSON-RPC 2.0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适用于分布式、轻量级、跨语言调用</a:t>
            </a:r>
          </a:p>
        </p:txBody>
      </p:sp>
      <p:sp>
        <p:nvSpPr>
          <p:cNvPr id="8" name="Oval 7"/>
          <p:cNvSpPr/>
          <p:nvPr/>
        </p:nvSpPr>
        <p:spPr>
          <a:xfrm>
            <a:off x="553212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标准请求/响应模式，便于实现和调试</a:t>
            </a:r>
          </a:p>
        </p:txBody>
      </p:sp>
      <p:sp>
        <p:nvSpPr>
          <p:cNvPr id="10" name="Oval 9"/>
          <p:cNvSpPr/>
          <p:nvPr/>
        </p:nvSpPr>
        <p:spPr>
          <a:xfrm>
            <a:off x="900684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实验评估与性能提升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金融风控场景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任务完成率提升45%</a:t>
            </a:r>
          </a:p>
        </p:txBody>
      </p:sp>
      <p:sp>
        <p:nvSpPr>
          <p:cNvPr id="8" name="Oval 7"/>
          <p:cNvSpPr/>
          <p:nvPr/>
        </p:nvSpPr>
        <p:spPr>
          <a:xfrm>
            <a:off x="553212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响应速度提升38%</a:t>
            </a:r>
          </a:p>
        </p:txBody>
      </p:sp>
      <p:sp>
        <p:nvSpPr>
          <p:cNvPr id="10" name="Oval 9"/>
          <p:cNvSpPr/>
          <p:nvPr/>
        </p:nvSpPr>
        <p:spPr>
          <a:xfrm>
            <a:off x="900684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