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支付网关 API v2.3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接口文档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签名算法流程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767" y="2286000"/>
            <a:ext cx="1645920" cy="73152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22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开始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2887" y="228600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按 key 字典序排序参数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6007" y="228600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拼接 key=value 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9767" y="329184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追加商户密钥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2887" y="329184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计算 MD5 哈希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6007" y="3291840"/>
            <a:ext cx="1645920" cy="731520"/>
          </a:xfrm>
          <a:prstGeom prst="roundRect">
            <a:avLst/>
          </a:prstGeom>
          <a:solidFill>
            <a:srgbClr val="B22222"/>
          </a:solidFill>
          <a:ln w="19050">
            <a:solidFill>
              <a:srgbClr val="82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签名完成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92727.5" y="2286000"/>
            <a:ext cx="2103120.0" cy="731520"/>
          </a:xfrm>
          <a:prstGeom prst="line">
            <a:avLst/>
          </a:prstGeom>
          <a:ln w="317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.5" y="2286000"/>
            <a:ext cx="2103120.0" cy="731520"/>
          </a:xfrm>
          <a:prstGeom prst="line">
            <a:avLst/>
          </a:prstGeom>
          <a:ln w="317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92727.5" y="3017520"/>
            <a:ext cx="4206240.0" cy="274320"/>
          </a:xfrm>
          <a:prstGeom prst="line">
            <a:avLst/>
          </a:prstGeom>
          <a:ln w="317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992727.5" y="3291840"/>
            <a:ext cx="2103120.0" cy="731520"/>
          </a:xfrm>
          <a:prstGeom prst="line">
            <a:avLst/>
          </a:prstGeom>
          <a:ln w="317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5847.5" y="3291840"/>
            <a:ext cx="2103120.0" cy="731520"/>
          </a:xfrm>
          <a:prstGeom prst="line">
            <a:avLst/>
          </a:prstGeom>
          <a:ln w="317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支付渠道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微信支付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支付宝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银联云闪付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