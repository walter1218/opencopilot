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AI Agent 产品全景与趋势洞察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从对话助手到自主执行的数字员工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52CC"/>
                </a:solidFill>
              </a:defRPr>
            </a:pPr>
            <a:r>
              <a:t>AI Agent 产品全景分类与市场概览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t>核心演进：AI从被动响应工具，进化为主动决策执行的数字员工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t>两大核心驱动趋势：桌面Agent与AI编程Agent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t>六大产品类别全景梳理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t>桌面办公Agent：操控电脑，执行复杂任务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t>AI编程Agent：从代码补全到自主编程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t>自进化框架：具备跨会话学习与技能积累能力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52CC"/>
                </a:solidFill>
              </a:defRPr>
            </a:pPr>
            <a:r>
              <a:t>桌面Agent：2026年最热的新兴赛道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t>定义：AI直接操控电脑、读取文件、执行脚本，成为“数字同事”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t>市场爆发：2026年全球市场规模预计突破100亿美元，用户超5000万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t>核心能力跃迁：从“被动应答”到“主动执行”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t>本地操控、复杂执行、智能协同、主动服务四大能力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t>代表产品与路线分化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t>WorkBuddy：产品化、安全可控，上线两月登顶访问量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t>OpenClaw：开源开放、社区驱动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52CC"/>
                </a:solidFill>
              </a:defRPr>
            </a:pPr>
            <a:r>
              <a:t>AI编程Agent：竞争最激烈的赛道</a:t>
            </a:r>
            <a:br/>
            <a:r>
              <a:t>赛道概述：从代码补全进化为自主编程Agent，产品密度最高、迭代最快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0563" y="1828800"/>
            <a:ext cx="2926080" cy="4114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93443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2CC"/>
                </a:solidFill>
              </a:defRPr>
            </a:pPr>
            <a:r>
              <a:t>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3443" y="256032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t>CLI Agent标杆，代表命令行交互的极致效率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t>仅支持Claude模型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2807" y="1828800"/>
            <a:ext cx="2926080" cy="4114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5687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2CC"/>
                </a:solidFill>
              </a:defRPr>
            </a:pPr>
            <a:r>
              <a:t>Cursor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5687" y="256032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t>IDE集成先驱，深度集成开发环境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t>支持多模型，体验领先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051" y="1828800"/>
            <a:ext cx="2926080" cy="4114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7931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52CC"/>
                </a:solidFill>
              </a:defRPr>
            </a:pPr>
            <a:r>
              <a:t>腾讯CodeBuddy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7931" y="256032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t>三形态（CLI/IDE/插件）+自举开发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t>内部覆盖率超90%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52CC"/>
                </a:solidFill>
              </a:defRPr>
            </a:pPr>
            <a:r>
              <a:t>自进化Agent框架：从被编排到自己学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t>新范式概述：以Hermes Agent为代表，Agent从被动执行转向主动学习与进化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t>核心理念：解决复杂任务后，Agent能自动创建、积累并管理新技能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t>本质区别：具备跨会话的持续进化能力，区别于AutoGPT等框架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t>核心特性解析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t>自动Skill创建：任务成功后，自动将解决方案写入知识库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t>RL轨迹引导训练：利用强化学习优化决策路径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52CC"/>
                </a:solidFill>
              </a:defRPr>
            </a:pPr>
            <a:r>
              <a:t>Agent核心架构与推理模式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t>Agent核心四要素：LLM驱动下的规划、记忆、工具使用、行动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t>规划：任务分解与策略制定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t>记忆：上下文存储与历史信息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t>工具使用：通过MCP等接口调用外部软件与服务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t>行动：执行具体操作并反馈结果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t>推理模式：需要长链推理、多轮规划与多Agent协同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t>硬件适配：对CPU响应速度提出新要求，催生专用AI处理器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99999"/>
                </a:solidFill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