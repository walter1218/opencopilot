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0"/>
          </a:xfrm>
        </p:spPr>
        <p:txBody>
          <a:bodyPr/>
          <a:lstStyle/>
          <a:p>
            <a:pPr algn="l">
              <a:defRPr b="1" sz="4400">
                <a:solidFill>
                  <a:srgbClr val="0F192D"/>
                </a:solidFill>
              </a:defRPr>
            </a:pPr>
            <a:r>
              <a:t>支付网关 API v2.3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4720"/>
            <a:ext cx="7315200" cy="0"/>
          </a:xfrm>
        </p:spPr>
        <p:txBody>
          <a:bodyPr/>
          <a:lstStyle/>
          <a:p>
            <a:pPr algn="l">
              <a:defRPr sz="2400">
                <a:solidFill>
                  <a:srgbClr val="64646E"/>
                </a:solidFill>
              </a:defRPr>
            </a:pPr>
            <a:r>
              <a:t>接口文档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7619695" y="0"/>
            <a:ext cx="4572000" cy="6858000"/>
          </a:xfrm>
          <a:prstGeom prst="rtTriangl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8991295" y="0"/>
            <a:ext cx="3200400" cy="6858000"/>
          </a:xfrm>
          <a:prstGeom prst="rtTriangl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签名算法流程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69767" y="2286000"/>
            <a:ext cx="1645920" cy="731520"/>
          </a:xfrm>
          <a:prstGeom prst="roundRect">
            <a:avLst/>
          </a:prstGeom>
          <a:solidFill>
            <a:srgbClr val="2E8B57"/>
          </a:solidFill>
          <a:ln w="19050">
            <a:solidFill>
              <a:srgbClr val="226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开始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72887" y="2286000"/>
            <a:ext cx="1645920" cy="731520"/>
          </a:xfrm>
          <a:prstGeom prst="roundRect">
            <a:avLst/>
          </a:prstGeom>
          <a:solidFill>
            <a:srgbClr val="4169E1"/>
          </a:solidFill>
          <a:ln w="19050">
            <a:solidFill>
              <a:srgbClr val="325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按 key 字典序排序参数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76007" y="2286000"/>
            <a:ext cx="1645920" cy="731520"/>
          </a:xfrm>
          <a:prstGeom prst="roundRect">
            <a:avLst/>
          </a:prstGeom>
          <a:solidFill>
            <a:srgbClr val="4169E1"/>
          </a:solidFill>
          <a:ln w="19050">
            <a:solidFill>
              <a:srgbClr val="325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拼接 key=value 格式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69767" y="3291840"/>
            <a:ext cx="1645920" cy="731520"/>
          </a:xfrm>
          <a:prstGeom prst="roundRect">
            <a:avLst/>
          </a:prstGeom>
          <a:solidFill>
            <a:srgbClr val="4169E1"/>
          </a:solidFill>
          <a:ln w="19050">
            <a:solidFill>
              <a:srgbClr val="325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追加商户密钥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72887" y="3291840"/>
            <a:ext cx="1645920" cy="731520"/>
          </a:xfrm>
          <a:prstGeom prst="roundRect">
            <a:avLst/>
          </a:prstGeom>
          <a:solidFill>
            <a:srgbClr val="4169E1"/>
          </a:solidFill>
          <a:ln w="19050">
            <a:solidFill>
              <a:srgbClr val="325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计算 MD5 哈希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76007" y="3291840"/>
            <a:ext cx="1645920" cy="731520"/>
          </a:xfrm>
          <a:prstGeom prst="roundRect">
            <a:avLst/>
          </a:prstGeom>
          <a:solidFill>
            <a:srgbClr val="B22222"/>
          </a:solidFill>
          <a:ln w="19050">
            <a:solidFill>
              <a:srgbClr val="82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签名完成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992727.5" y="2286000"/>
            <a:ext cx="2103120.0" cy="731520"/>
          </a:xfrm>
          <a:prstGeom prst="bentConnector3">
            <a:avLst/>
          </a:prstGeom>
          <a:ln w="2540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095847.5" y="2286000"/>
            <a:ext cx="2103120.0" cy="731520"/>
          </a:xfrm>
          <a:prstGeom prst="bentConnector3">
            <a:avLst/>
          </a:prstGeom>
          <a:ln w="2540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992727.5" y="3017520"/>
            <a:ext cx="4206240.0" cy="274320"/>
          </a:xfrm>
          <a:prstGeom prst="bentConnector3">
            <a:avLst/>
          </a:prstGeom>
          <a:ln w="2540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992727.5" y="3291840"/>
            <a:ext cx="2103120.0" cy="731520"/>
          </a:xfrm>
          <a:prstGeom prst="bentConnector3">
            <a:avLst/>
          </a:prstGeom>
          <a:ln w="2540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095847.5" y="3291840"/>
            <a:ext cx="2103120.0" cy="731520"/>
          </a:xfrm>
          <a:prstGeom prst="bentConnector3">
            <a:avLst/>
          </a:prstGeom>
          <a:ln w="2540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支付渠道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10563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微信支付</a:t>
            </a:r>
          </a:p>
        </p:txBody>
      </p:sp>
      <p:sp>
        <p:nvSpPr>
          <p:cNvPr id="6" name="Oval 5"/>
          <p:cNvSpPr/>
          <p:nvPr/>
        </p:nvSpPr>
        <p:spPr>
          <a:xfrm>
            <a:off x="2316403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2807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支付宝</a:t>
            </a:r>
          </a:p>
        </p:txBody>
      </p:sp>
      <p:sp>
        <p:nvSpPr>
          <p:cNvPr id="8" name="Oval 7"/>
          <p:cNvSpPr/>
          <p:nvPr/>
        </p:nvSpPr>
        <p:spPr>
          <a:xfrm>
            <a:off x="5638647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051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银联云闪付</a:t>
            </a:r>
          </a:p>
        </p:txBody>
      </p:sp>
      <p:sp>
        <p:nvSpPr>
          <p:cNvPr id="10" name="Oval 9"/>
          <p:cNvSpPr/>
          <p:nvPr/>
        </p:nvSpPr>
        <p:spPr>
          <a:xfrm>
            <a:off x="8960891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